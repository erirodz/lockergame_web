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72" r:id="rId2"/>
    <p:sldId id="518" r:id="rId3"/>
    <p:sldId id="573" r:id="rId4"/>
    <p:sldId id="577" r:id="rId5"/>
    <p:sldId id="576" r:id="rId6"/>
    <p:sldId id="521" r:id="rId7"/>
    <p:sldId id="580" r:id="rId8"/>
    <p:sldId id="581" r:id="rId9"/>
    <p:sldId id="5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CCD0"/>
    <a:srgbClr val="FCF7E4"/>
    <a:srgbClr val="3141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53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A16C0D-19E3-4D5C-82A7-E458D5ABFA95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B6525-602C-47E4-8230-3D1A2463E3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91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unity.com/mg/other/lockers-ver-999-webpublish-2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unity.com/mg/other/lockers-ver-999-webpublish-2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unity.com/mg/other/lockers-ver-999-webpublish-2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unity.com/mg/other/lockers-ver-999-webpublish-2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unity.com/mg/other/lockers-ver-999-webpublish-2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unity.com/mg/other/lockers-ver-999-webpublish-2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23786-5809-BBB0-FF26-1799AE2E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EE958-578D-0D60-0A0D-CD7345382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57A27-6AAA-2A8D-44F9-79A6D403B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FE72D-4BCD-F30E-9E9A-C6F3286C1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7E5B9A-136B-4E99-91BB-0303EE2D7E2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82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3307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  <a:hlinkClick r:id="rId3"/>
              </a:rPr>
              <a:t>https://play.unity.com/mg/other/lockers-ver-999-webpublish-2</a:t>
            </a:r>
            <a:endParaRPr lang="en-US" sz="2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1085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C50E-B942-10F7-0A15-C76C4008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ECEC0-DE9C-4EB1-A954-F581378E5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F1F2C-6BEB-4478-ED25-61AD2B95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  <a:hlinkClick r:id="rId3"/>
              </a:rPr>
              <a:t>https://play.unity.com/mg/other/lockers-ver-999-webpublish-2</a:t>
            </a:r>
            <a:endParaRPr lang="en-US" sz="2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B5A9D-43F8-EBCD-17F3-BB51DAC88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0533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  <a:hlinkClick r:id="rId3"/>
              </a:rPr>
              <a:t>https://play.unity.com/mg/other/lockers-ver-999-webpublish-2</a:t>
            </a:r>
            <a:endParaRPr lang="en-US" sz="2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119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  <a:hlinkClick r:id="rId3"/>
              </a:rPr>
              <a:t>https://play.unity.com/mg/other/lockers-ver-999-webpublish-2</a:t>
            </a:r>
            <a:endParaRPr lang="en-US" sz="2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083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0A757-5FDD-88A7-C4F8-7BD79B39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1C1D3-403B-092F-2E2F-5585816DE2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80232-38C1-CDA4-7D20-ADAD8BED6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  <a:hlinkClick r:id="rId3"/>
              </a:rPr>
              <a:t>https://play.unity.com/mg/other/lockers-ver-999-webpublish-2</a:t>
            </a:r>
            <a:endParaRPr lang="en-US" sz="2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2B8D9-A065-F62C-3A5B-5F4AA73AD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881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1DD04-78B3-2972-0D90-A64989AA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B99CA-5FDC-2F20-C391-547C07352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0AB985-3590-9A21-B3BB-860F18366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  <a:hlinkClick r:id="rId3"/>
              </a:rPr>
              <a:t>https://play.unity.com/mg/other/lockers-ver-999-webpublish-2</a:t>
            </a:r>
            <a:endParaRPr lang="en-US" sz="2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EFD47-2E31-73D2-A493-FD4752F50E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816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1EAAF-3678-5526-ABD9-92B77BDBC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629C3-04BC-29A7-50A4-F2685383FD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294C2-BAA8-E871-6D5B-0745DD475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35BEA-E685-E5D6-000B-F366B2724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A495A3-5412-40AC-9320-D76D0B5405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735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55BC-B146-1292-E0E8-E5C10E187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6D9E8-D2AE-1CA6-53C4-851B56C22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4CABE-8132-B045-6803-2B2E4120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38CF0-15DF-459A-9C2B-A8DE2742BDBB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C2E3-2895-60AD-1B88-CF884C4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681F5-7C6F-5FA2-6D2E-EC11AE82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FBA3-37F3-7A71-48B6-6F47DA453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A1531-2A47-3B02-8DF5-7140E43D4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7FE27-DA62-E335-E4AC-5A5F8FFC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F5829-507B-482A-917D-020643806175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A5C2B-257F-BFAB-893E-9988FFAB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6D8EE-A69B-00D8-2EC5-8054264A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43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B776A-4468-CD05-FB86-33A29434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DC47F-A115-7891-9412-D49A1E96D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F3CE-1C2D-BE95-2685-088732962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397AA-04E6-45AF-80B1-2451FB188597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E8A94-4931-261D-D1C9-C6C5D673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2124E-0EA0-38F1-812D-A76511EA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37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0286-4E0E-2F50-98BC-4FFDAAF7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EC4B6-F580-5389-0055-5CD3066DA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72FB5-DB69-CA70-3067-2E156E041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A2C88-1539-4513-D0AA-ECB24399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D9300-F951-4F59-9CF1-6FBCF00D8ED2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6732F-6C64-14E2-DAA3-89E19E451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841D7-F8C4-FB49-13BD-738B1DA1A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8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09610-1957-A17B-6308-EC1BBBA7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FB92-4CB1-09B6-C103-E2969474A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36807-20D0-7F1A-7100-57E131C93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34E5F8-2D59-B94C-DB7D-1516FEFFC0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58103-C263-1675-666B-7F1F27B50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B47C8D-2383-9E50-61F4-3C6AF3A8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80C296-3956-428C-A107-634E62EB4353}" type="datetime1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EA3BF-753A-2492-AF42-0348D6FD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9BBA3D-3F4F-A747-466B-F1E82EC8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5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A77FC-21A7-C574-F680-6BE520523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20C6B-9035-338F-0C3E-209692FD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6A82-BDB7-4AA7-8007-45680B55A04B}" type="datetime1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4A3FA1-88D9-4FE9-6F87-C4D8FB07B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EB5AC-A578-C8C7-AD53-225B90CD8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51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72F07F-E84C-8D89-3853-A599298C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317D-9C39-4AD6-B80E-6DD750D288B9}" type="datetime1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3B807-C76A-88D4-CED3-CD2E88A3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7DA94-DDEB-30D4-1530-EB043079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5486-9F50-B485-FCBD-A2B4551DF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E450-D0AC-9F3B-A121-4E11D680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0164D-7F5B-AC98-B424-16052F945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AAE93-0DAF-F3A6-0339-9EF2E6AC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F1BC9-FB99-4D3A-97C9-4BC03B3923B4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EA93-4DBC-DD4A-A554-C4433BC36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A4C3D4-BF2A-7CB8-B5F3-4D543D60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60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3C64-BB89-CEA7-CE8C-848D70FC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34787E-6E25-C5AB-9C0E-F528093A1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55530-E0B6-1375-CD62-B4A33DEEF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82E2C-45D1-1C87-A8E3-88BCCDD40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6FAAAD-B7BC-4F8D-875C-880B43B0F98C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CB47C-94C5-381A-8FEF-CEAD5B8A2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B638E-48D7-416D-DDB2-F38519ED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4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4F64-7E1B-C772-4F07-3CE636F8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DA55B-6252-5CA3-24D7-A199ABBDE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9D11D-B376-C990-44C0-2FD2F0C08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9F3BD-C2C0-4F61-8184-13B423692630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4F670-2E21-8769-8974-50F9C7DD0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B784-C51E-217B-AEBF-E2ABC9D9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9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9329B-5108-E69A-822F-DF97142C9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38A9A-BDC7-31DB-D874-7AC3764ED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5079E-5D87-0EF0-E74E-9ADC13D9B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68919-5B64-4530-84A1-FCB65A4849DD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A1245-FDE9-99BC-8F79-A1850AD4E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6BAFF-3377-F7DA-9DF7-2ABACE79F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16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A4780E-0332-7FDD-7DCC-F04B292ED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30F32-287A-D297-6D84-93F6F866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D66B0-928B-F7CB-8EE9-C58F93A4B5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71103-C2ED-4D31-A1EA-CE37201D29B5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BBA76-19B2-62ED-62FE-8A4A479A3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E1647-E869-6063-44F0-B6F36AE64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0B72F-F8A1-42ED-BEA2-233EB803E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1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4CF65-3B41-7385-E2C6-382E9CBB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060B-B329-B663-A7D5-C394B4CD7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4" y="1"/>
            <a:ext cx="4915617" cy="6857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Next…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5898B-076B-1738-ED84-001589ABC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800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More empirical evidence;</a:t>
            </a:r>
            <a:b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Control vs Treatment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Follow up study to confirm the hypothesis: interaction, visualization, and easier and faster to work with.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Have a full EVG (not some aspects);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BIG QUESTION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Did performance improve after using an EVG?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1948C5-7D21-B5D3-8AC7-86E612C28DCB}"/>
              </a:ext>
            </a:extLst>
          </p:cNvPr>
          <p:cNvCxnSpPr>
            <a:cxnSpLocks/>
          </p:cNvCxnSpPr>
          <p:nvPr/>
        </p:nvCxnSpPr>
        <p:spPr>
          <a:xfrm>
            <a:off x="5943600" y="2018581"/>
            <a:ext cx="0" cy="2907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67EE312-97E2-F929-C729-25F396748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390" y="-39418"/>
            <a:ext cx="12392780" cy="702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09437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D96825-46AA-46B4-8245-A0EAF9B577DC}"/>
              </a:ext>
            </a:extLst>
          </p:cNvPr>
          <p:cNvSpPr txBox="1"/>
          <p:nvPr/>
        </p:nvSpPr>
        <p:spPr>
          <a:xfrm>
            <a:off x="707345" y="505379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C656B-E32C-ED9A-7DB8-F31452B3A29E}"/>
              </a:ext>
            </a:extLst>
          </p:cNvPr>
          <p:cNvSpPr txBox="1"/>
          <p:nvPr/>
        </p:nvSpPr>
        <p:spPr>
          <a:xfrm>
            <a:off x="920733" y="1336376"/>
            <a:ext cx="6870718" cy="1710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u="sng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How to play: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1.                   on 	     to start the game.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F105346-A249-F02B-5F21-EC033209F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126" y="2032358"/>
            <a:ext cx="1153126" cy="584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1D5A84-F405-6487-3450-C0BF098D5466}"/>
              </a:ext>
            </a:extLst>
          </p:cNvPr>
          <p:cNvSpPr txBox="1"/>
          <p:nvPr/>
        </p:nvSpPr>
        <p:spPr>
          <a:xfrm>
            <a:off x="1210546" y="2001617"/>
            <a:ext cx="1386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Click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9B32B814-62E0-9111-297B-D5D66A520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912" y="6056979"/>
            <a:ext cx="493619" cy="666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2B25A7-F026-49F3-35A0-132167542C84}"/>
              </a:ext>
            </a:extLst>
          </p:cNvPr>
          <p:cNvSpPr txBox="1"/>
          <p:nvPr/>
        </p:nvSpPr>
        <p:spPr>
          <a:xfrm>
            <a:off x="1611742" y="2644682"/>
            <a:ext cx="50001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000" i="1" u="none" strike="noStrike" kern="1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*If in Unity Play (access through Game Link).</a:t>
            </a:r>
            <a:endParaRPr lang="en-US" sz="2000" i="1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FAAD6F4-CD7E-2308-0205-333BC80F7BFB}"/>
              </a:ext>
            </a:extLst>
          </p:cNvPr>
          <p:cNvGrpSpPr/>
          <p:nvPr/>
        </p:nvGrpSpPr>
        <p:grpSpPr>
          <a:xfrm>
            <a:off x="3212924" y="3102582"/>
            <a:ext cx="5766152" cy="3535005"/>
            <a:chOff x="3429533" y="3166332"/>
            <a:chExt cx="5332934" cy="326941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DAC799B-F2BC-700C-45F2-E21C84CC3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29533" y="3166332"/>
              <a:ext cx="5332934" cy="2856640"/>
            </a:xfrm>
            <a:prstGeom prst="rect">
              <a:avLst/>
            </a:prstGeom>
          </p:spPr>
        </p:pic>
        <p:pic>
          <p:nvPicPr>
            <p:cNvPr id="6150" name="Picture 6" descr="Click Here Images - Free Download on Freepik">
              <a:extLst>
                <a:ext uri="{FF2B5EF4-FFF2-40B4-BE49-F238E27FC236}">
                  <a16:creationId xmlns:a16="http://schemas.microsoft.com/office/drawing/2014/main" id="{2B9CCF93-CF0B-7BED-1097-D10F0FEB6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43056" y1="29167" x2="43056" y2="29167"/>
                          <a14:foregroundMark x1="32222" y1="24722" x2="32222" y2="24722"/>
                          <a14:foregroundMark x1="22778" y1="30278" x2="22778" y2="30278"/>
                          <a14:foregroundMark x1="18333" y1="39444" x2="18333" y2="39444"/>
                          <a14:foregroundMark x1="23889" y1="48333" x2="23889" y2="48333"/>
                          <a14:foregroundMark x1="31944" y1="51667" x2="31944" y2="51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9298" y="5179140"/>
              <a:ext cx="1256608" cy="1256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B831C19-CA61-93BA-CA40-5F8F2FDC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37276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647605E-78FF-142B-BE04-CB124592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384" y="2446505"/>
            <a:ext cx="5795232" cy="41493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FC656B-E32C-ED9A-7DB8-F31452B3A29E}"/>
              </a:ext>
            </a:extLst>
          </p:cNvPr>
          <p:cNvSpPr txBox="1"/>
          <p:nvPr/>
        </p:nvSpPr>
        <p:spPr>
          <a:xfrm>
            <a:off x="920733" y="1336376"/>
            <a:ext cx="6870718" cy="123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sng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How to play: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2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. Right-Click, Touch or Press “Enter” to play.</a:t>
            </a:r>
            <a:endParaRPr kumimoji="0" lang="en-US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1B2AB5-C12F-46A2-7F53-EF336175AB8F}"/>
              </a:ext>
            </a:extLst>
          </p:cNvPr>
          <p:cNvSpPr txBox="1"/>
          <p:nvPr/>
        </p:nvSpPr>
        <p:spPr>
          <a:xfrm>
            <a:off x="707345" y="505379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C3026838-302A-CB04-A728-E4857BE3B5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912" y="6056979"/>
            <a:ext cx="493619" cy="666895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1FD0642-F942-E772-CCA8-2B2F4482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62378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B481D-BAE1-CA1D-E07F-73D67E91B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498ED4D-0C75-211F-9926-174FD15898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57" t="8657" b="20716"/>
          <a:stretch>
            <a:fillRect/>
          </a:stretch>
        </p:blipFill>
        <p:spPr>
          <a:xfrm>
            <a:off x="3020247" y="2798275"/>
            <a:ext cx="6151505" cy="32887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A21E39-3912-AB58-5173-5DA0814EA2D1}"/>
              </a:ext>
            </a:extLst>
          </p:cNvPr>
          <p:cNvSpPr txBox="1"/>
          <p:nvPr/>
        </p:nvSpPr>
        <p:spPr>
          <a:xfrm>
            <a:off x="861645" y="1344288"/>
            <a:ext cx="10623010" cy="1793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800" u="sng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How to play:</a:t>
            </a:r>
          </a:p>
          <a:p>
            <a:pPr marL="287338" marR="0" lvl="0" indent="-287338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3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. Choose how many lockers you want to work with (1–999) by typing the number or selecting it on the numpad, then press “Enter”.</a:t>
            </a:r>
            <a:endParaRPr kumimoji="0" lang="en-US" sz="2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41353B-21B6-37FD-9F2A-AD83F81DB8B6}"/>
              </a:ext>
            </a:extLst>
          </p:cNvPr>
          <p:cNvCxnSpPr>
            <a:cxnSpLocks/>
          </p:cNvCxnSpPr>
          <p:nvPr/>
        </p:nvCxnSpPr>
        <p:spPr>
          <a:xfrm>
            <a:off x="6082463" y="3429000"/>
            <a:ext cx="0" cy="60772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9FB084-0517-F2C6-E1E4-14E02782AC01}"/>
              </a:ext>
            </a:extLst>
          </p:cNvPr>
          <p:cNvSpPr txBox="1"/>
          <p:nvPr/>
        </p:nvSpPr>
        <p:spPr>
          <a:xfrm>
            <a:off x="707345" y="505379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pic>
        <p:nvPicPr>
          <p:cNvPr id="19" name="Picture 18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81469F1F-F941-BD00-2467-0DBC1554D0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912" y="6056979"/>
            <a:ext cx="493619" cy="666895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ED40879-1FE2-1618-C2EC-F2679BC50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4322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FC656B-E32C-ED9A-7DB8-F31452B3A29E}"/>
              </a:ext>
            </a:extLst>
          </p:cNvPr>
          <p:cNvSpPr txBox="1"/>
          <p:nvPr/>
        </p:nvSpPr>
        <p:spPr>
          <a:xfrm>
            <a:off x="920733" y="1336376"/>
            <a:ext cx="10652142" cy="1793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800" u="sng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How to play:</a:t>
            </a:r>
          </a:p>
          <a:p>
            <a:pPr marL="287338" marR="0" lvl="0" indent="-287338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4. </a:t>
            </a:r>
            <a:r>
              <a:rPr kumimoji="0" lang="en-US" sz="2400" b="1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Click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           on the individual lockers to </a:t>
            </a:r>
            <a:r>
              <a:rPr kumimoji="0" 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open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 and </a:t>
            </a:r>
            <a:r>
              <a:rPr kumimoji="0" lang="en-US" sz="2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close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.</a:t>
            </a:r>
            <a:br>
              <a:rPr lang="en-US" sz="2400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prstClr val="black"/>
                </a:solidFill>
                <a:latin typeface="Abel" panose="02000506030000020004" pitchFamily="2" charset="0"/>
              </a:rPr>
              <a:t>Scroll</a:t>
            </a:r>
            <a:r>
              <a:rPr lang="en-US" sz="2400" dirty="0">
                <a:solidFill>
                  <a:prstClr val="black"/>
                </a:solidFill>
                <a:latin typeface="Abel" panose="02000506030000020004" pitchFamily="2" charset="0"/>
              </a:rPr>
              <a:t>       up and down to </a:t>
            </a:r>
            <a:r>
              <a:rPr lang="en-US" sz="2400" b="1" dirty="0">
                <a:solidFill>
                  <a:prstClr val="black"/>
                </a:solidFill>
                <a:latin typeface="Abel" panose="02000506030000020004" pitchFamily="2" charset="0"/>
              </a:rPr>
              <a:t>navigate</a:t>
            </a:r>
            <a:r>
              <a:rPr lang="en-US" sz="2400" dirty="0">
                <a:solidFill>
                  <a:prstClr val="black"/>
                </a:solidFill>
                <a:latin typeface="Abel" panose="02000506030000020004" pitchFamily="2" charset="0"/>
              </a:rPr>
              <a:t> through the lockers.</a:t>
            </a:r>
          </a:p>
        </p:txBody>
      </p:sp>
      <p:pic>
        <p:nvPicPr>
          <p:cNvPr id="7170" name="Picture 2" descr="Scrolling Down Icons - Free SVG &amp; PNG Scrolling Down Images - Noun Project">
            <a:extLst>
              <a:ext uri="{FF2B5EF4-FFF2-40B4-BE49-F238E27FC236}">
                <a16:creationId xmlns:a16="http://schemas.microsoft.com/office/drawing/2014/main" id="{F0476740-9551-5A33-30B5-0B0E6ABB41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889" y="2544077"/>
            <a:ext cx="749956" cy="74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3E24281-8D9F-3E8A-056A-A4E5ACD8CB8B}"/>
              </a:ext>
            </a:extLst>
          </p:cNvPr>
          <p:cNvGrpSpPr/>
          <p:nvPr/>
        </p:nvGrpSpPr>
        <p:grpSpPr>
          <a:xfrm>
            <a:off x="1808889" y="3458056"/>
            <a:ext cx="9181188" cy="2894565"/>
            <a:chOff x="2687461" y="3458056"/>
            <a:chExt cx="9181188" cy="289456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F978136-4E0D-A6C9-7C55-A7C32933166B}"/>
                </a:ext>
              </a:extLst>
            </p:cNvPr>
            <p:cNvSpPr txBox="1"/>
            <p:nvPr/>
          </p:nvSpPr>
          <p:spPr>
            <a:xfrm>
              <a:off x="10414384" y="3458056"/>
              <a:ext cx="12164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Open</a:t>
              </a:r>
              <a:endParaRPr kumimoji="0" lang="en-US" sz="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ritannic Bold" panose="020B0903060703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1924EA8-A66E-FAF4-25F7-0B73B8803DD9}"/>
                </a:ext>
              </a:extLst>
            </p:cNvPr>
            <p:cNvSpPr txBox="1"/>
            <p:nvPr/>
          </p:nvSpPr>
          <p:spPr>
            <a:xfrm>
              <a:off x="8197159" y="3458056"/>
              <a:ext cx="12164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Close</a:t>
              </a:r>
              <a:endParaRPr kumimoji="0" lang="en-US" sz="800" b="1" i="0" u="none" strike="noStrike" kern="1200" cap="none" spc="3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ritannic Bold" panose="020B0903060703020204" pitchFamily="34" charset="0"/>
                <a:ea typeface="+mn-ea"/>
                <a:cs typeface="+mn-cs"/>
              </a:endParaRPr>
            </a:p>
          </p:txBody>
        </p:sp>
        <p:pic>
          <p:nvPicPr>
            <p:cNvPr id="5" name="Picture 4" descr="A grey rectangular object with a yellow knob&#10;&#10;Description automatically generated">
              <a:extLst>
                <a:ext uri="{FF2B5EF4-FFF2-40B4-BE49-F238E27FC236}">
                  <a16:creationId xmlns:a16="http://schemas.microsoft.com/office/drawing/2014/main" id="{6197E8DB-3070-4B0B-D278-1F4A4A652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2007" y="3919721"/>
              <a:ext cx="1692040" cy="2286000"/>
            </a:xfrm>
            <a:prstGeom prst="rect">
              <a:avLst/>
            </a:prstGeom>
          </p:spPr>
        </p:pic>
        <p:pic>
          <p:nvPicPr>
            <p:cNvPr id="7" name="Picture 6" descr="A cartoon of a door&#10;&#10;Description automatically generated">
              <a:extLst>
                <a:ext uri="{FF2B5EF4-FFF2-40B4-BE49-F238E27FC236}">
                  <a16:creationId xmlns:a16="http://schemas.microsoft.com/office/drawing/2014/main" id="{98C30180-38A0-C143-402A-CE31517BD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6610" y="3892060"/>
              <a:ext cx="1692039" cy="246056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1DDA55D-9192-8A2C-922A-33B614D36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783" t="1576" r="1941" b="1055"/>
            <a:stretch>
              <a:fillRect/>
            </a:stretch>
          </p:blipFill>
          <p:spPr>
            <a:xfrm>
              <a:off x="2687461" y="3484690"/>
              <a:ext cx="5034147" cy="2804193"/>
            </a:xfrm>
            <a:prstGeom prst="rect">
              <a:avLst/>
            </a:prstGeom>
          </p:spPr>
        </p:pic>
      </p:grpSp>
      <p:pic>
        <p:nvPicPr>
          <p:cNvPr id="13" name="Picture 6" descr="Click Here Images - Free Download on Freepik">
            <a:extLst>
              <a:ext uri="{FF2B5EF4-FFF2-40B4-BE49-F238E27FC236}">
                <a16:creationId xmlns:a16="http://schemas.microsoft.com/office/drawing/2014/main" id="{BB7BF361-A08E-6938-4AB9-B3FE39845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43056" y1="29167" x2="43056" y2="29167"/>
                        <a14:foregroundMark x1="32222" y1="24722" x2="32222" y2="24722"/>
                        <a14:foregroundMark x1="22778" y1="30278" x2="22778" y2="30278"/>
                        <a14:foregroundMark x1="18333" y1="39444" x2="18333" y2="39444"/>
                        <a14:foregroundMark x1="23889" y1="48333" x2="23889" y2="48333"/>
                        <a14:foregroundMark x1="31944" y1="51667" x2="31944" y2="51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131" y="1817694"/>
            <a:ext cx="923330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B5A650-7D09-9B63-E877-BD2424F20DF4}"/>
              </a:ext>
            </a:extLst>
          </p:cNvPr>
          <p:cNvSpPr txBox="1"/>
          <p:nvPr/>
        </p:nvSpPr>
        <p:spPr>
          <a:xfrm>
            <a:off x="707345" y="505379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pic>
        <p:nvPicPr>
          <p:cNvPr id="18" name="Picture 17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2D0604FF-AD27-2C4D-2686-16E83006F1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912" y="6056979"/>
            <a:ext cx="493619" cy="666895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F0D1BE4-2810-2C34-680B-6DA5A4C6A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81531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FC656B-E32C-ED9A-7DB8-F31452B3A29E}"/>
              </a:ext>
            </a:extLst>
          </p:cNvPr>
          <p:cNvSpPr txBox="1"/>
          <p:nvPr/>
        </p:nvSpPr>
        <p:spPr>
          <a:xfrm>
            <a:off x="920733" y="1336376"/>
            <a:ext cx="4208116" cy="456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800" u="sng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How to play: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. In-game buttons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A8A11EB-D82B-BA20-05FB-BA01828F695C}"/>
              </a:ext>
            </a:extLst>
          </p:cNvPr>
          <p:cNvGrpSpPr/>
          <p:nvPr/>
        </p:nvGrpSpPr>
        <p:grpSpPr>
          <a:xfrm>
            <a:off x="795366" y="2000637"/>
            <a:ext cx="5300634" cy="4637703"/>
            <a:chOff x="795366" y="2000637"/>
            <a:chExt cx="5300634" cy="463770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888EA83-821A-C8FD-FBB0-211D6C165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1218"/>
            <a:stretch/>
          </p:blipFill>
          <p:spPr>
            <a:xfrm>
              <a:off x="4540313" y="2000637"/>
              <a:ext cx="1555687" cy="4637703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5CBD134-7C7C-521D-CDC6-BC34E0400FEC}"/>
                </a:ext>
              </a:extLst>
            </p:cNvPr>
            <p:cNvGrpSpPr/>
            <p:nvPr/>
          </p:nvGrpSpPr>
          <p:grpSpPr>
            <a:xfrm>
              <a:off x="795366" y="2279680"/>
              <a:ext cx="3774668" cy="4239033"/>
              <a:chOff x="6889551" y="2463331"/>
              <a:chExt cx="3774668" cy="4239033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519D54-B34F-57E6-A48D-AE7183C532ED}"/>
                  </a:ext>
                </a:extLst>
              </p:cNvPr>
              <p:cNvSpPr txBox="1"/>
              <p:nvPr/>
            </p:nvSpPr>
            <p:spPr>
              <a:xfrm>
                <a:off x="7296553" y="2463331"/>
                <a:ext cx="3367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400" b="1" kern="100">
                    <a:solidFill>
                      <a:srgbClr val="C00000"/>
                    </a:solidFill>
                    <a:latin typeface="Amasis MT Pro Black" panose="02040A040500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  <a:t>Open 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099C24-A8CD-526F-A17E-0A30155E3733}"/>
                  </a:ext>
                </a:extLst>
              </p:cNvPr>
              <p:cNvSpPr txBox="1"/>
              <p:nvPr/>
            </p:nvSpPr>
            <p:spPr>
              <a:xfrm>
                <a:off x="8133453" y="3002741"/>
                <a:ext cx="25307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400" b="1" kern="100">
                    <a:solidFill>
                      <a:srgbClr val="C00000"/>
                    </a:solidFill>
                    <a:latin typeface="Amasis MT Pro Black" panose="02040A040500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  <a:t>Close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38A7B8-0220-033B-F06A-512ADE5B9A3D}"/>
                  </a:ext>
                </a:extLst>
              </p:cNvPr>
              <p:cNvSpPr txBox="1"/>
              <p:nvPr/>
            </p:nvSpPr>
            <p:spPr>
              <a:xfrm>
                <a:off x="6889551" y="6056033"/>
                <a:ext cx="37449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400" b="1" kern="100">
                    <a:solidFill>
                      <a:srgbClr val="C00000"/>
                    </a:solidFill>
                    <a:latin typeface="Amasis MT Pro Black" panose="02040A040500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  <a:t>Submit your answer </a:t>
                </a:r>
                <a:br>
                  <a:rPr kumimoji="0" 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</a:br>
                <a:r>
                  <a:rPr kumimoji="0" 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  <a:t>(click or press </a:t>
                </a:r>
                <a:r>
                  <a:rPr lang="en-US" sz="1800" dirty="0"/>
                  <a:t>“E</a:t>
                </a:r>
                <a:r>
                  <a:rPr kumimoji="0" lang="en-US" sz="1800" b="1" i="0" u="none" strike="noStrike" kern="100" cap="none" spc="0" normalizeH="0" baseline="0" noProof="0" dirty="0" err="1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  <a:t>nter</a:t>
                </a:r>
                <a:r>
                  <a:rPr kumimoji="0" 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  <a:t>”)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5E4820-DACD-53A7-7EC8-1294583CF74B}"/>
                  </a:ext>
                </a:extLst>
              </p:cNvPr>
              <p:cNvSpPr txBox="1"/>
              <p:nvPr/>
            </p:nvSpPr>
            <p:spPr>
              <a:xfrm>
                <a:off x="8103732" y="4874195"/>
                <a:ext cx="253076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2400" b="1" kern="100">
                    <a:solidFill>
                      <a:srgbClr val="C00000"/>
                    </a:solidFill>
                    <a:latin typeface="Amasis MT Pro Black" panose="02040A040500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/>
                  <a:t>‘-’ remove locker</a:t>
                </a:r>
              </a:p>
              <a:p>
                <a:pPr marL="0" marR="0" lvl="0" indent="0" algn="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masis MT Pro Black" panose="02040A04050005020304" pitchFamily="18" charset="0"/>
                    <a:ea typeface="+mn-ea"/>
                    <a:cs typeface="Times New Roman" panose="02020603050405020304" pitchFamily="18" charset="0"/>
                  </a:rPr>
                  <a:t>‘+’ add locker</a:t>
                </a:r>
              </a:p>
            </p:txBody>
          </p:sp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D39CA6A-63CD-14A1-2EAE-5608508361CA}"/>
              </a:ext>
            </a:extLst>
          </p:cNvPr>
          <p:cNvSpPr txBox="1"/>
          <p:nvPr/>
        </p:nvSpPr>
        <p:spPr>
          <a:xfrm>
            <a:off x="6750422" y="2681049"/>
            <a:ext cx="3239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Open</a:t>
            </a:r>
            <a:r>
              <a:rPr lang="en-US" sz="3600" b="1" kern="100" dirty="0">
                <a:solidFill>
                  <a:srgbClr val="C00000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Close</a:t>
            </a:r>
            <a:endParaRPr lang="en-US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80750-ED7D-00B1-D6B5-DC3343C036D0}"/>
              </a:ext>
            </a:extLst>
          </p:cNvPr>
          <p:cNvSpPr txBox="1"/>
          <p:nvPr/>
        </p:nvSpPr>
        <p:spPr>
          <a:xfrm>
            <a:off x="6750421" y="3149319"/>
            <a:ext cx="51495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You can open or close multiple lockers simultaneously. Choose “All” or select a specific student by entering their student number, then press the Open/Close button. To enter a student number, uncheck All and input the number using the keyboard or numpad.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68B4D1-1967-B8A8-0C87-E44E08A002A2}"/>
              </a:ext>
            </a:extLst>
          </p:cNvPr>
          <p:cNvSpPr txBox="1"/>
          <p:nvPr/>
        </p:nvSpPr>
        <p:spPr>
          <a:xfrm>
            <a:off x="707345" y="505379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pic>
        <p:nvPicPr>
          <p:cNvPr id="25" name="Picture 24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A2C66D8E-35F1-FD9C-65BC-46DC26F2C9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912" y="6056979"/>
            <a:ext cx="493619" cy="666895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A24357F3-0989-B90D-1EC7-1684ADFB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75082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02648-4B23-3BCE-7D63-42A553058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81D18C-88B3-7753-F47D-937563536606}"/>
              </a:ext>
            </a:extLst>
          </p:cNvPr>
          <p:cNvSpPr txBox="1"/>
          <p:nvPr/>
        </p:nvSpPr>
        <p:spPr>
          <a:xfrm>
            <a:off x="920733" y="1336376"/>
            <a:ext cx="4208116" cy="456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800" u="sng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How to play: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6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. In-game buttons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EB6FC2-9B3E-04DC-ABE6-A458929E90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218"/>
          <a:stretch/>
        </p:blipFill>
        <p:spPr>
          <a:xfrm>
            <a:off x="4540313" y="2000637"/>
            <a:ext cx="1555687" cy="4637703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062F66FB-5E63-947D-510C-AD60AD0DF65F}"/>
              </a:ext>
            </a:extLst>
          </p:cNvPr>
          <p:cNvGrpSpPr/>
          <p:nvPr/>
        </p:nvGrpSpPr>
        <p:grpSpPr>
          <a:xfrm>
            <a:off x="795366" y="2279680"/>
            <a:ext cx="3774668" cy="4239033"/>
            <a:chOff x="6889551" y="2463331"/>
            <a:chExt cx="3774668" cy="4239033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5F3E720-EA0F-CC39-07D0-CCA78A21CBF8}"/>
                </a:ext>
              </a:extLst>
            </p:cNvPr>
            <p:cNvSpPr txBox="1"/>
            <p:nvPr/>
          </p:nvSpPr>
          <p:spPr>
            <a:xfrm>
              <a:off x="7296553" y="2463331"/>
              <a:ext cx="33676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400" b="1" kern="100">
                  <a:solidFill>
                    <a:srgbClr val="C00000"/>
                  </a:solidFill>
                  <a:latin typeface="Amasis MT Pro Black" panose="02040A04050005020304" pitchFamily="18" charset="0"/>
                  <a:cs typeface="Times New Roman" panose="02020603050405020304" pitchFamily="18" charset="0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Open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2AF2901-4546-6694-A204-E96D5A922862}"/>
                </a:ext>
              </a:extLst>
            </p:cNvPr>
            <p:cNvSpPr txBox="1"/>
            <p:nvPr/>
          </p:nvSpPr>
          <p:spPr>
            <a:xfrm>
              <a:off x="8133453" y="3002741"/>
              <a:ext cx="2530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400" b="1" kern="100">
                  <a:solidFill>
                    <a:srgbClr val="C00000"/>
                  </a:solidFill>
                  <a:latin typeface="Amasis MT Pro Black" panose="02040A04050005020304" pitchFamily="18" charset="0"/>
                  <a:cs typeface="Times New Roman" panose="02020603050405020304" pitchFamily="18" charset="0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Close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E0FA09-3516-0363-0CD1-7C3B92BCC5D7}"/>
                </a:ext>
              </a:extLst>
            </p:cNvPr>
            <p:cNvSpPr txBox="1"/>
            <p:nvPr/>
          </p:nvSpPr>
          <p:spPr>
            <a:xfrm>
              <a:off x="6889551" y="6056033"/>
              <a:ext cx="374494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400" b="1" kern="100">
                  <a:solidFill>
                    <a:srgbClr val="C00000"/>
                  </a:solidFill>
                  <a:latin typeface="Amasis MT Pro Black" panose="02040A04050005020304" pitchFamily="18" charset="0"/>
                  <a:cs typeface="Times New Roman" panose="02020603050405020304" pitchFamily="18" charset="0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Submit your answer </a:t>
              </a:r>
              <a:br>
                <a:rPr kumimoji="0" lang="en-US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</a:br>
              <a:r>
                <a:rPr kumimoji="0" lang="en-US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(click or press </a:t>
              </a:r>
              <a:r>
                <a:rPr lang="en-US" sz="1800" dirty="0"/>
                <a:t>“E</a:t>
              </a:r>
              <a:r>
                <a:rPr kumimoji="0" lang="en-US" sz="1800" b="1" i="0" u="none" strike="noStrike" kern="1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nter</a:t>
              </a:r>
              <a:r>
                <a:rPr kumimoji="0" lang="en-US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”)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AD4124-AB31-EADE-4601-A53AD88F0D85}"/>
                </a:ext>
              </a:extLst>
            </p:cNvPr>
            <p:cNvSpPr txBox="1"/>
            <p:nvPr/>
          </p:nvSpPr>
          <p:spPr>
            <a:xfrm>
              <a:off x="8103732" y="4874195"/>
              <a:ext cx="25307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400" b="1" kern="100">
                  <a:solidFill>
                    <a:srgbClr val="C00000"/>
                  </a:solidFill>
                  <a:latin typeface="Amasis MT Pro Black" panose="02040A04050005020304" pitchFamily="18" charset="0"/>
                  <a:cs typeface="Times New Roman" panose="02020603050405020304" pitchFamily="18" charset="0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dirty="0"/>
                <a:t>‘-’ remove locker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‘+’ add locker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B42A1E-A8BC-5344-ECB4-0FAAE115BFBF}"/>
              </a:ext>
            </a:extLst>
          </p:cNvPr>
          <p:cNvGrpSpPr/>
          <p:nvPr/>
        </p:nvGrpSpPr>
        <p:grpSpPr>
          <a:xfrm>
            <a:off x="6506469" y="2819090"/>
            <a:ext cx="5250512" cy="1871454"/>
            <a:chOff x="6512863" y="1740881"/>
            <a:chExt cx="5250512" cy="18714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34C2CB-5E0F-AD7F-816D-DA42095D2097}"/>
                </a:ext>
              </a:extLst>
            </p:cNvPr>
            <p:cNvSpPr txBox="1"/>
            <p:nvPr/>
          </p:nvSpPr>
          <p:spPr>
            <a:xfrm>
              <a:off x="6512864" y="1740881"/>
              <a:ext cx="5250511" cy="825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el" panose="02000506030000020004" pitchFamily="2" charset="0"/>
                  <a:ea typeface="+mn-ea"/>
                  <a:cs typeface="Times New Roman" panose="02020603050405020304" pitchFamily="18" charset="0"/>
                </a:rPr>
                <a:t>Press “M” to go back to the  </a:t>
              </a:r>
              <a:r>
                <a:rPr kumimoji="0" lang="en-US" sz="36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masis MT Pro Black" panose="02040A04050005020304" pitchFamily="18" charset="0"/>
                  <a:ea typeface="+mn-ea"/>
                  <a:cs typeface="Times New Roman" panose="02020603050405020304" pitchFamily="18" charset="0"/>
                </a:rPr>
                <a:t>menu</a:t>
              </a:r>
              <a:r>
                <a:rPr kumimoji="0" lang="en-US" sz="24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el" panose="02000506030000020004" pitchFamily="2" charset="0"/>
                  <a:ea typeface="+mn-ea"/>
                  <a:cs typeface="Times New Roman" panose="02020603050405020304" pitchFamily="18" charset="0"/>
                </a:rPr>
                <a:t>.</a:t>
              </a:r>
              <a:endParaRPr kumimoji="0" lang="en-US" sz="20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FBA9E9C-96AF-D5B7-1584-649DAC75BCFE}"/>
                </a:ext>
              </a:extLst>
            </p:cNvPr>
            <p:cNvGrpSpPr/>
            <p:nvPr/>
          </p:nvGrpSpPr>
          <p:grpSpPr>
            <a:xfrm>
              <a:off x="6512863" y="2973303"/>
              <a:ext cx="4726819" cy="639032"/>
              <a:chOff x="6612887" y="2821887"/>
              <a:chExt cx="5250511" cy="639032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AB159A2-5844-8370-C49F-03141881511E}"/>
                  </a:ext>
                </a:extLst>
              </p:cNvPr>
              <p:cNvSpPr txBox="1"/>
              <p:nvPr/>
            </p:nvSpPr>
            <p:spPr>
              <a:xfrm>
                <a:off x="6612887" y="2821887"/>
                <a:ext cx="5250511" cy="5933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bel" panose="02000506030000020004" pitchFamily="2" charset="0"/>
                    <a:ea typeface="+mn-ea"/>
                    <a:cs typeface="Times New Roman" panose="02020603050405020304" pitchFamily="18" charset="0"/>
                  </a:rPr>
                  <a:t>Or refresh to start again.</a:t>
                </a:r>
                <a:endParaRPr kumimoji="0" lang="en-US" sz="20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el" panose="02000506030000020004" pitchFamily="2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D8371D63-5B5F-47C8-71F2-432914A60E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014045" y="2855417"/>
                <a:ext cx="605503" cy="605502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3EDD204-2A3A-B783-5658-F1624F2D88D2}"/>
                </a:ext>
              </a:extLst>
            </p:cNvPr>
            <p:cNvSpPr txBox="1"/>
            <p:nvPr/>
          </p:nvSpPr>
          <p:spPr>
            <a:xfrm>
              <a:off x="6512863" y="2448394"/>
              <a:ext cx="50226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kumimoji="0" lang="en-US" i="1" u="none" strike="noStrike" kern="10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rPr>
                <a:t>*If using keyboard</a:t>
              </a:r>
              <a:endParaRPr lang="en-US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5A4BB96-1EDF-BCC6-46B5-A037960ABF6C}"/>
              </a:ext>
            </a:extLst>
          </p:cNvPr>
          <p:cNvSpPr txBox="1"/>
          <p:nvPr/>
        </p:nvSpPr>
        <p:spPr>
          <a:xfrm>
            <a:off x="707345" y="505379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pic>
        <p:nvPicPr>
          <p:cNvPr id="25" name="Picture 24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2665BA1B-0690-F28E-CED4-B317D4BE38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912" y="6056979"/>
            <a:ext cx="493619" cy="666895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1B1FD03-959D-DF95-88BB-8551B18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4435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666CA-047F-CFCB-7C94-9DA72ACC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977BA3-F383-F7FA-9D9C-E8F9FBEDBB7A}"/>
              </a:ext>
            </a:extLst>
          </p:cNvPr>
          <p:cNvSpPr txBox="1"/>
          <p:nvPr/>
        </p:nvSpPr>
        <p:spPr>
          <a:xfrm>
            <a:off x="920732" y="1336376"/>
            <a:ext cx="4501723" cy="456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2800" u="sng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How to play: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7</a:t>
            </a:r>
            <a:r>
              <a:rPr kumimoji="0" 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el" panose="02000506030000020004" pitchFamily="2" charset="0"/>
                <a:ea typeface="+mn-ea"/>
                <a:cs typeface="Times New Roman" panose="02020603050405020304" pitchFamily="18" charset="0"/>
              </a:rPr>
              <a:t>. </a:t>
            </a:r>
            <a:r>
              <a:rPr lang="en-US" sz="2400" kern="100" dirty="0">
                <a:solidFill>
                  <a:prstClr val="black"/>
                </a:solidFill>
                <a:latin typeface="Abel" panose="02000506030000020004" pitchFamily="2" charset="0"/>
                <a:cs typeface="Times New Roman" panose="02020603050405020304" pitchFamily="18" charset="0"/>
              </a:rPr>
              <a:t>Feedback: Try Again? vs. Correct!</a:t>
            </a: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el" panose="02000506030000020004" pitchFamily="2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BDE36C-56BB-E75B-7813-850CBFBA7F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9" t="8368" r="2921" b="3650"/>
          <a:stretch>
            <a:fillRect/>
          </a:stretch>
        </p:blipFill>
        <p:spPr>
          <a:xfrm>
            <a:off x="1883149" y="2612354"/>
            <a:ext cx="3539306" cy="17977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98DC6D-4A93-55C3-B86A-D0C3D7E7A3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62" t="8840" r="3140" b="4506"/>
          <a:stretch>
            <a:fillRect/>
          </a:stretch>
        </p:blipFill>
        <p:spPr>
          <a:xfrm>
            <a:off x="1881740" y="4658463"/>
            <a:ext cx="3540715" cy="179778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82376ED-88AC-4CEE-10BB-B48A50098376}"/>
              </a:ext>
            </a:extLst>
          </p:cNvPr>
          <p:cNvSpPr txBox="1"/>
          <p:nvPr/>
        </p:nvSpPr>
        <p:spPr>
          <a:xfrm>
            <a:off x="6096001" y="3429000"/>
            <a:ext cx="54139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Angsana New" panose="02020603050405020304" pitchFamily="18" charset="-34"/>
                <a:ea typeface="Cambria" panose="02040503050406030204" pitchFamily="18" charset="0"/>
                <a:cs typeface="Angsana New" panose="02020603050405020304" pitchFamily="18" charset="-34"/>
              </a:rPr>
              <a:t>To continue playing after submitting your answer, press “Y” or click on “[Y] Yes”. </a:t>
            </a:r>
            <a:br>
              <a:rPr lang="en-US" sz="28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Angsana New" panose="02020603050405020304" pitchFamily="18" charset="-34"/>
                <a:ea typeface="Cambria" panose="02040503050406030204" pitchFamily="18" charset="0"/>
                <a:cs typeface="Angsana New" panose="02020603050405020304" pitchFamily="18" charset="-34"/>
              </a:rPr>
            </a:br>
            <a:r>
              <a:rPr lang="en-US" sz="2800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Angsana New" panose="02020603050405020304" pitchFamily="18" charset="-34"/>
                <a:ea typeface="Cambria" panose="02040503050406030204" pitchFamily="18" charset="0"/>
                <a:cs typeface="Angsana New" panose="02020603050405020304" pitchFamily="18" charset="-34"/>
              </a:rPr>
              <a:t>Otherwise, press “N” or click on “[N] No”.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398A1-93D5-D40D-F67C-9907065BD493}"/>
              </a:ext>
            </a:extLst>
          </p:cNvPr>
          <p:cNvSpPr txBox="1"/>
          <p:nvPr/>
        </p:nvSpPr>
        <p:spPr>
          <a:xfrm>
            <a:off x="707345" y="505379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pic>
        <p:nvPicPr>
          <p:cNvPr id="9" name="Picture 8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C77BEEEC-8169-189E-7442-1E529871F4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9912" y="6056979"/>
            <a:ext cx="493619" cy="66689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A1B449-E2A7-3F66-6F9C-FAD5BECB2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0364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4BA08-8D46-E5E6-0878-813583B2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D360F2-EEB0-34E8-45AE-E223C580AE04}"/>
              </a:ext>
            </a:extLst>
          </p:cNvPr>
          <p:cNvSpPr txBox="1"/>
          <p:nvPr/>
        </p:nvSpPr>
        <p:spPr>
          <a:xfrm>
            <a:off x="2928561" y="2679658"/>
            <a:ext cx="6334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The Locker Game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FFE47-8559-0555-25FB-28EC2C2A7649}"/>
              </a:ext>
            </a:extLst>
          </p:cNvPr>
          <p:cNvSpPr txBox="1"/>
          <p:nvPr/>
        </p:nvSpPr>
        <p:spPr>
          <a:xfrm>
            <a:off x="1989202" y="1607848"/>
            <a:ext cx="82135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Amasis MT Pro Black" panose="02040A04050005020304" pitchFamily="18" charset="0"/>
                <a:ea typeface="+mn-ea"/>
                <a:cs typeface="Times New Roman" panose="02020603050405020304" pitchFamily="18" charset="0"/>
              </a:rPr>
              <a:t>Thank you for playing </a:t>
            </a:r>
            <a:endParaRPr kumimoji="0" lang="en-US" sz="1600" b="1" i="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Britannic Bold" panose="020B0903060703020204" pitchFamily="34" charset="0"/>
              <a:ea typeface="+mn-ea"/>
              <a:cs typeface="+mn-cs"/>
            </a:endParaRPr>
          </a:p>
        </p:txBody>
      </p:sp>
      <p:pic>
        <p:nvPicPr>
          <p:cNvPr id="5" name="Picture 4" descr="A grey rectangular object with a yellow knob&#10;&#10;Description automatically generated">
            <a:extLst>
              <a:ext uri="{FF2B5EF4-FFF2-40B4-BE49-F238E27FC236}">
                <a16:creationId xmlns:a16="http://schemas.microsoft.com/office/drawing/2014/main" id="{078DB913-122B-8692-981B-C3F84253B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326" y="3867425"/>
            <a:ext cx="967346" cy="13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940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459</Words>
  <Application>Microsoft Office PowerPoint</Application>
  <PresentationFormat>Widescreen</PresentationFormat>
  <Paragraphs>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Abel</vt:lpstr>
      <vt:lpstr>Amasis MT Pro Black</vt:lpstr>
      <vt:lpstr>Angsana New</vt:lpstr>
      <vt:lpstr>Arial</vt:lpstr>
      <vt:lpstr>Britannic Bold</vt:lpstr>
      <vt:lpstr>Calibri</vt:lpstr>
      <vt:lpstr>Calibri Light</vt:lpstr>
      <vt:lpstr>Cambria</vt:lpstr>
      <vt:lpstr>Inter</vt:lpstr>
      <vt:lpstr>Times New Roman</vt:lpstr>
      <vt:lpstr>Office Theme</vt:lpstr>
      <vt:lpstr>Next… &amp;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L Rivera-Rodriguez</dc:creator>
  <cp:lastModifiedBy>Rivera Rodriguez, Eric Leonardo</cp:lastModifiedBy>
  <cp:revision>22</cp:revision>
  <dcterms:created xsi:type="dcterms:W3CDTF">2023-09-12T13:04:57Z</dcterms:created>
  <dcterms:modified xsi:type="dcterms:W3CDTF">2026-02-04T23:06:26Z</dcterms:modified>
</cp:coreProperties>
</file>